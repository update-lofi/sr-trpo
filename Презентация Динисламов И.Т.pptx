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Merriweather" panose="020B0604020202020204" charset="-52"/>
      <p:regular r:id="rId8"/>
      <p:bold r:id="rId9"/>
      <p:italic r:id="rId10"/>
      <p:boldItalic r:id="rId11"/>
    </p:embeddedFont>
    <p:embeddedFont>
      <p:font typeface="DM Sans Medium" panose="020B0604020202020204" charset="0"/>
      <p:regular r:id="rId12"/>
      <p:bold r:id="rId13"/>
      <p:italic r:id="rId14"/>
      <p:boldItalic r:id="rId15"/>
    </p:embeddedFont>
    <p:embeddedFont>
      <p:font typeface="DM Sans" panose="020B0604020202020204" charset="0"/>
      <p:regular r:id="rId16"/>
      <p:bold r:id="rId17"/>
      <p:italic r:id="rId18"/>
      <p:bold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815340" y="1971675"/>
            <a:ext cx="1056132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Карточки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для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запоминания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420094" y="3295650"/>
            <a:ext cx="735166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Эффективная</a:t>
            </a:r>
            <a:r>
              <a:rPr lang="en-US" sz="2100" b="0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 </a:t>
            </a:r>
            <a:r>
              <a:rPr lang="en-US" sz="2100" b="0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платформа</a:t>
            </a:r>
            <a:r>
              <a:rPr lang="en-US" sz="2100" b="0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 </a:t>
            </a:r>
            <a:r>
              <a:rPr lang="en-US" sz="2100" b="0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для</a:t>
            </a:r>
            <a:r>
              <a:rPr lang="en-US" sz="2100" b="0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 </a:t>
            </a:r>
            <a:r>
              <a:rPr lang="en-US" sz="2100" b="0" i="0" u="none" strike="noStrike" cap="none" dirty="0" err="1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изучения</a:t>
            </a:r>
            <a:r>
              <a:rPr lang="en-US" sz="2100" b="0" i="0" u="none" strike="noStrike" cap="none" dirty="0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 </a:t>
            </a:r>
            <a:r>
              <a:rPr lang="en-US" sz="2100" b="0" i="0" u="none" strike="noStrike" cap="none" dirty="0" err="1" smtClean="0">
                <a:solidFill>
                  <a:srgbClr val="11CAA0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терминов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319885" y="4391025"/>
            <a:ext cx="35522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Выполнил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Динисламов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smtClean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И</a:t>
            </a:r>
            <a:r>
              <a:rPr lang="ru-RU" sz="1500" b="0" i="0" u="none" strike="noStrike" cap="none" dirty="0" err="1" smtClean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льяс</a:t>
            </a:r>
            <a:r>
              <a:rPr lang="en-US" sz="15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/>
            </a:r>
            <a:br>
              <a:rPr lang="en-US" sz="15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5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Дисциплина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Технологии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разработки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ПО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Архитектура</a:t>
            </a:r>
            <a:r>
              <a:rPr lang="en-US" sz="3600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решения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52500" y="2257425"/>
            <a:ext cx="4857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Клиент: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Веб-браузер взаимодействует с сервером через HTTP-запросы и формы.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3067050"/>
            <a:ext cx="4857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Сервер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Flask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обрабатывает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 smtClean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маршруты</a:t>
            </a:r>
            <a:r>
              <a:rPr lang="en-US" sz="1500" b="0" i="0" u="none" strike="noStrike" cap="none" dirty="0" smtClean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и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реализует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бизнес-логику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тренировок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3876675"/>
            <a:ext cx="4857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БД: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Реляционная база данных SQLite через SQLAlchemy ORM.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56023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3890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65247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Интерфейс приложения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095875"/>
            <a:ext cx="34924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Список наборов и поиск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349650" y="5095875"/>
            <a:ext cx="3492549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Управление контентом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127950" y="5095875"/>
            <a:ext cx="34924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Интерактивная проверка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20" y="2553887"/>
            <a:ext cx="4040011" cy="2066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7937" y="2553887"/>
            <a:ext cx="3402475" cy="2066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6"/>
          <a:srcRect t="2164" b="-1"/>
          <a:stretch/>
        </p:blipFill>
        <p:spPr>
          <a:xfrm>
            <a:off x="8127950" y="2547738"/>
            <a:ext cx="3585524" cy="20638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428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 smtClean="0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Реализация</a:t>
            </a:r>
            <a:r>
              <a:rPr lang="en-US" sz="3600" b="1" dirty="0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3600" b="1" i="0" u="none" strike="noStrike" cap="none" dirty="0" err="1" smtClean="0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логики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21050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Функция</a:t>
            </a:r>
            <a:r>
              <a:rPr lang="en-US" sz="1404" b="1" i="0" u="none" strike="noStrike" cap="none" dirty="0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 </a:t>
            </a:r>
            <a:r>
              <a:rPr lang="en-US" sz="1404" b="1" i="0" u="none" strike="noStrike" cap="none" dirty="0" err="1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тренировки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2495550"/>
            <a:ext cx="52387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Ключевой алгоритм проверяет ответы пользователя и рассчитывает результат сессии по формуле: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3414712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Автоматическое перемешивание карточек.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952500" y="3938587"/>
            <a:ext cx="4857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Регистронезависимая проверка ответов.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14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385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5" t="11213" r="6031" b="11227"/>
          <a:stretch/>
        </p:blipFill>
        <p:spPr>
          <a:xfrm>
            <a:off x="5492416" y="1868905"/>
            <a:ext cx="6128084" cy="27351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1050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3366"/>
                </a:solidFill>
                <a:latin typeface="Times New Roman" panose="02020603050405020304" pitchFamily="18" charset="0"/>
                <a:ea typeface="Merriweather"/>
                <a:cs typeface="Times New Roman" panose="02020603050405020304" pitchFamily="18" charset="0"/>
                <a:sym typeface="Merriweather"/>
              </a:rPr>
              <a:t>Итоги и планы развития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571500" y="133350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46" name="Google Shape;14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1145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952500" y="2257425"/>
            <a:ext cx="4857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Результат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Полностью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рабочее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ru-RU" sz="1500" dirty="0" smtClean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веб-</a:t>
            </a:r>
            <a:r>
              <a:rPr lang="en-US" sz="1500" b="0" i="0" u="none" strike="noStrike" cap="none" dirty="0" err="1" smtClean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приложение</a:t>
            </a:r>
            <a:r>
              <a:rPr lang="en-US" sz="1500" b="0" i="0" u="none" strike="noStrike" cap="none" dirty="0" smtClean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на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стеке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Python/Flask.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3067050"/>
            <a:ext cx="4857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Тестирование: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Реализовано 5 unit-тестов (Pytest) с покрытием основных маршрутов.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952500" y="3876675"/>
            <a:ext cx="4857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Документация</a:t>
            </a:r>
            <a:r>
              <a:rPr lang="en-US" sz="15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Подготовлены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требования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архитектура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и User Guide.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952500" y="4686300"/>
            <a:ext cx="48577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Будущее: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Добавление авторизации пользователей и экспорт карточек в PDF/CSV.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2574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67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876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863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128</Words>
  <Application>Microsoft Office PowerPoint</Application>
  <PresentationFormat>Широкоэкранный</PresentationFormat>
  <Paragraphs>21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Merriweather</vt:lpstr>
      <vt:lpstr>DM Sans Medium</vt:lpstr>
      <vt:lpstr>Times New Roman</vt:lpstr>
      <vt:lpstr>Arial</vt:lpstr>
      <vt:lpstr>DM Sans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Update_lofi /</dc:creator>
  <cp:lastModifiedBy>Админ</cp:lastModifiedBy>
  <cp:revision>3</cp:revision>
  <dcterms:modified xsi:type="dcterms:W3CDTF">2026-06-18T05:47:26Z</dcterms:modified>
</cp:coreProperties>
</file>